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06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7315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468880"/>
            <a:ext cx="4572000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 </a:t>
            </a:r>
            <a:r>
              <a:rPr lang="en-US" sz="1300" i="1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2026</a:t>
            </a:r>
            <a:endParaRPr lang="en-US" sz="1300" dirty="0"/>
          </a:p>
        </p:txBody>
      </p:sp>
      <p:sp>
        <p:nvSpPr>
          <p:cNvPr id="5" name="Shape 1"/>
          <p:cNvSpPr/>
          <p:nvPr/>
        </p:nvSpPr>
        <p:spPr>
          <a:xfrm>
            <a:off x="3931920" y="3520440"/>
            <a:ext cx="1280160" cy="36576"/>
          </a:xfrm>
          <a:prstGeom prst="round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E8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 ·  Desktop to Cloud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20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" y="640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" y="502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A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1828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480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0" y="6217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school finance workflow with real persistence.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5394960" cy="0"/>
          </a:xfrm>
          <a:prstGeom prst="line">
            <a:avLst/>
          </a:prstGeom>
          <a:noFill/>
          <a:ln w="12700">
            <a:solidFill>
              <a:srgbClr val="C5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0" y="1627632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registry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definition and term enrolment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collection with receipts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recording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cashbook entry creation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persistence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pages: students, payments, expenses, dashboard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20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" y="640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" y="502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A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1828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Cashbook &amp; Reports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480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0" y="6217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system useful for daily school finance operations.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5394960" cy="0"/>
          </a:xfrm>
          <a:prstGeom prst="line">
            <a:avLst/>
          </a:prstGeom>
          <a:noFill/>
          <a:ln w="12700">
            <a:solidFill>
              <a:srgbClr val="C5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0" y="1627632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cashbook population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collection report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balance statement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summary report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for receipts and reports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20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" y="640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" y="502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A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1828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Polish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480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0" y="6217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 stable and usable in the target environment.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5394960" cy="0"/>
          </a:xfrm>
          <a:prstGeom prst="line">
            <a:avLst/>
          </a:prstGeom>
          <a:noFill/>
          <a:ln w="12700">
            <a:solidFill>
              <a:srgbClr val="C5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0" y="1627632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encrypted backup and restore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 for student data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validation and error handling</a:t>
            </a:r>
            <a:endParaRPr lang="en-US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checks on low-spec Windows machines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20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" y="640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" y="502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A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1828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Packaging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480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0" y="6217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app into a native desktop release.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5394960" cy="0"/>
          </a:xfrm>
          <a:prstGeom prst="line">
            <a:avLst/>
          </a:prstGeom>
          <a:noFill/>
          <a:ln w="12700">
            <a:solidFill>
              <a:srgbClr val="C5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0" y="1627632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packaging for Windows first</a:t>
            </a:r>
            <a:endParaRPr lang="en-US" sz="20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installation notes</a:t>
            </a:r>
            <a:endParaRPr lang="en-US" sz="20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user maintenance workflow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20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" y="640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" y="502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A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1828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Growth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480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0" y="6217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product simple and reliable.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5394960" cy="0"/>
          </a:xfrm>
          <a:prstGeom prst="line">
            <a:avLst/>
          </a:prstGeom>
          <a:noFill/>
          <a:ln w="12700">
            <a:solidFill>
              <a:srgbClr val="C5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0" y="1627632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feature scope small</a:t>
            </a:r>
            <a:endParaRPr lang="en-US" sz="16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architectural knowledge in docs</a:t>
            </a:r>
            <a:endParaRPr lang="en-US" sz="16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tests for core business rules</a:t>
            </a:r>
            <a:endParaRPr lang="en-US" sz="16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and implement features schools need along the way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91440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651760"/>
            <a:ext cx="4572000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216</Words>
  <Application>Microsoft Office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SmartBursar – Product Roadmap</dc:title>
  <dc:subject>PptxGenJS Presentation</dc:subject>
  <dc:creator>PptxGenJS</dc:creator>
  <cp:lastModifiedBy>SATELITE-256</cp:lastModifiedBy>
  <cp:revision>6</cp:revision>
  <dcterms:created xsi:type="dcterms:W3CDTF">2026-06-28T08:06:56Z</dcterms:created>
  <dcterms:modified xsi:type="dcterms:W3CDTF">2026-06-28T08:17:13Z</dcterms:modified>
</cp:coreProperties>
</file>